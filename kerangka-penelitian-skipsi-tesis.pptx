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5.png" ContentType="image/png"/>
  <Override PartName="/ppt/media/image1.png" ContentType="image/png"/>
  <Override PartName="/ppt/media/image2.png" ContentType="image/png"/>
  <Override PartName="/ppt/media/image3.jpeg" ContentType="image/jpeg"/>
  <Override PartName="/ppt/media/image4.png" ContentType="image/png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notesMasterIdLst>
    <p:notesMasterId r:id="rId3"/>
  </p:notesMasterIdLst>
  <p:sldIdLst>
    <p:sldId id="256" r:id="rId4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/>
          <a:p>
            <a:r>
              <a:rPr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notes format</a:t>
            </a:r>
            <a:endParaRPr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r>
              <a:rPr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&lt;header&gt;</a:t>
            </a:r>
            <a:endParaRPr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  <a:endParaRPr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r>
              <a:rPr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  <a:endParaRPr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0F3D37B7-F4A5-4D64-97E9-1912C6D2AE58}" type="slidenum">
              <a:rPr lang="en-US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&lt;number&gt;</a:t>
            </a:fld>
            <a:endParaRPr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p>
            <a:endParaRPr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6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A3B477D3-0A12-407F-A1E5-A14644950A19}" type="slidenum">
              <a:rPr lang="en-US" sz="1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&lt;number&gt;</a:t>
            </a:fld>
            <a:endParaRPr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381520" cy="761760"/>
          </a:xfrm>
          <a:prstGeom prst="rect">
            <a:avLst/>
          </a:prstGeom>
        </p:spPr>
        <p:txBody>
          <a:bodyPr lIns="0" rIns="0" tIns="0" bIns="0" anchor="ctr"/>
          <a:p>
            <a:endParaRPr lang="en-US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219320"/>
            <a:ext cx="8229240" cy="4944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381520" cy="761760"/>
          </a:xfrm>
          <a:prstGeom prst="rect">
            <a:avLst/>
          </a:prstGeom>
        </p:spPr>
        <p:txBody>
          <a:bodyPr lIns="0" rIns="0" tIns="0" bIns="0" anchor="ctr"/>
          <a:p>
            <a:endParaRPr lang="en-US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19320"/>
            <a:ext cx="8229240" cy="4944600"/>
          </a:xfrm>
          <a:prstGeom prst="rect">
            <a:avLst/>
          </a:prstGeom>
        </p:spPr>
        <p:txBody>
          <a:bodyPr lIns="0" rIns="0" tIns="0" bIns="0"/>
          <a:p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381520" cy="761760"/>
          </a:xfrm>
          <a:prstGeom prst="rect">
            <a:avLst/>
          </a:prstGeom>
        </p:spPr>
        <p:txBody>
          <a:bodyPr lIns="0" rIns="0" tIns="0" bIns="0" anchor="ctr"/>
          <a:p>
            <a:endParaRPr lang="en-US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19320"/>
            <a:ext cx="4015800" cy="4944600"/>
          </a:xfrm>
          <a:prstGeom prst="rect">
            <a:avLst/>
          </a:prstGeom>
        </p:spPr>
        <p:txBody>
          <a:bodyPr lIns="0" rIns="0" tIns="0" bIns="0"/>
          <a:p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219320"/>
            <a:ext cx="4015800" cy="4944600"/>
          </a:xfrm>
          <a:prstGeom prst="rect">
            <a:avLst/>
          </a:prstGeom>
        </p:spPr>
        <p:txBody>
          <a:bodyPr lIns="0" rIns="0" tIns="0" bIns="0"/>
          <a:p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381520" cy="761760"/>
          </a:xfrm>
          <a:prstGeom prst="rect">
            <a:avLst/>
          </a:prstGeom>
        </p:spPr>
        <p:txBody>
          <a:bodyPr lIns="0" rIns="0" tIns="0" bIns="0" anchor="ctr"/>
          <a:p>
            <a:endParaRPr lang="en-US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0"/>
            <a:ext cx="8381520" cy="3532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381520" cy="761760"/>
          </a:xfrm>
          <a:prstGeom prst="rect">
            <a:avLst/>
          </a:prstGeom>
        </p:spPr>
        <p:txBody>
          <a:bodyPr lIns="0" rIns="0" tIns="0" bIns="0" anchor="ctr"/>
          <a:p>
            <a:endParaRPr lang="en-US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19320"/>
            <a:ext cx="4015800" cy="2358360"/>
          </a:xfrm>
          <a:prstGeom prst="rect">
            <a:avLst/>
          </a:prstGeom>
        </p:spPr>
        <p:txBody>
          <a:bodyPr lIns="0" rIns="0" tIns="0" bIns="0"/>
          <a:p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57200" y="3801960"/>
            <a:ext cx="4015800" cy="2358360"/>
          </a:xfrm>
          <a:prstGeom prst="rect">
            <a:avLst/>
          </a:prstGeom>
        </p:spPr>
        <p:txBody>
          <a:bodyPr lIns="0" rIns="0" tIns="0" bIns="0"/>
          <a:p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674240" y="1219320"/>
            <a:ext cx="4015800" cy="4944600"/>
          </a:xfrm>
          <a:prstGeom prst="rect">
            <a:avLst/>
          </a:prstGeom>
        </p:spPr>
        <p:txBody>
          <a:bodyPr lIns="0" rIns="0" tIns="0" bIns="0"/>
          <a:p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381520" cy="761760"/>
          </a:xfrm>
          <a:prstGeom prst="rect">
            <a:avLst/>
          </a:prstGeom>
        </p:spPr>
        <p:txBody>
          <a:bodyPr lIns="0" rIns="0" tIns="0" bIns="0" anchor="ctr"/>
          <a:p>
            <a:endParaRPr lang="en-US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219320"/>
            <a:ext cx="4015800" cy="4944600"/>
          </a:xfrm>
          <a:prstGeom prst="rect">
            <a:avLst/>
          </a:prstGeom>
        </p:spPr>
        <p:txBody>
          <a:bodyPr lIns="0" rIns="0" tIns="0" bIns="0"/>
          <a:p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219320"/>
            <a:ext cx="4015800" cy="2358360"/>
          </a:xfrm>
          <a:prstGeom prst="rect">
            <a:avLst/>
          </a:prstGeom>
        </p:spPr>
        <p:txBody>
          <a:bodyPr lIns="0" rIns="0" tIns="0" bIns="0"/>
          <a:p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674240" y="3801960"/>
            <a:ext cx="4015800" cy="2358360"/>
          </a:xfrm>
          <a:prstGeom prst="rect">
            <a:avLst/>
          </a:prstGeom>
        </p:spPr>
        <p:txBody>
          <a:bodyPr lIns="0" rIns="0" tIns="0" bIns="0"/>
          <a:p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381520" cy="761760"/>
          </a:xfrm>
          <a:prstGeom prst="rect">
            <a:avLst/>
          </a:prstGeom>
        </p:spPr>
        <p:txBody>
          <a:bodyPr lIns="0" rIns="0" tIns="0" bIns="0" anchor="ctr"/>
          <a:p>
            <a:endParaRPr lang="en-US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19320"/>
            <a:ext cx="4015800" cy="2358360"/>
          </a:xfrm>
          <a:prstGeom prst="rect">
            <a:avLst/>
          </a:prstGeom>
        </p:spPr>
        <p:txBody>
          <a:bodyPr lIns="0" rIns="0" tIns="0" bIns="0"/>
          <a:p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19320"/>
            <a:ext cx="4015800" cy="2358360"/>
          </a:xfrm>
          <a:prstGeom prst="rect">
            <a:avLst/>
          </a:prstGeom>
        </p:spPr>
        <p:txBody>
          <a:bodyPr lIns="0" rIns="0" tIns="0" bIns="0"/>
          <a:p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3801960"/>
            <a:ext cx="8229240" cy="2358360"/>
          </a:xfrm>
          <a:prstGeom prst="rect">
            <a:avLst/>
          </a:prstGeom>
        </p:spPr>
        <p:txBody>
          <a:bodyPr lIns="0" rIns="0" tIns="0" bIns="0"/>
          <a:p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381520" cy="761760"/>
          </a:xfrm>
          <a:prstGeom prst="rect">
            <a:avLst/>
          </a:prstGeom>
        </p:spPr>
        <p:txBody>
          <a:bodyPr lIns="0" rIns="0" tIns="0" bIns="0" anchor="ctr"/>
          <a:p>
            <a:endParaRPr lang="en-US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219320"/>
            <a:ext cx="8229240" cy="2358360"/>
          </a:xfrm>
          <a:prstGeom prst="rect">
            <a:avLst/>
          </a:prstGeom>
        </p:spPr>
        <p:txBody>
          <a:bodyPr lIns="0" rIns="0" tIns="0" bIns="0"/>
          <a:p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57200" y="3801960"/>
            <a:ext cx="8229240" cy="2358360"/>
          </a:xfrm>
          <a:prstGeom prst="rect">
            <a:avLst/>
          </a:prstGeom>
        </p:spPr>
        <p:txBody>
          <a:bodyPr lIns="0" rIns="0" tIns="0" bIns="0"/>
          <a:p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381520" cy="761760"/>
          </a:xfrm>
          <a:prstGeom prst="rect">
            <a:avLst/>
          </a:prstGeom>
        </p:spPr>
        <p:txBody>
          <a:bodyPr lIns="0" rIns="0" tIns="0" bIns="0" anchor="ctr"/>
          <a:p>
            <a:endParaRPr lang="en-US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219320"/>
            <a:ext cx="4015800" cy="2358360"/>
          </a:xfrm>
          <a:prstGeom prst="rect">
            <a:avLst/>
          </a:prstGeom>
        </p:spPr>
        <p:txBody>
          <a:bodyPr lIns="0" rIns="0" tIns="0" bIns="0"/>
          <a:p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74240" y="1219320"/>
            <a:ext cx="4015800" cy="2358360"/>
          </a:xfrm>
          <a:prstGeom prst="rect">
            <a:avLst/>
          </a:prstGeom>
        </p:spPr>
        <p:txBody>
          <a:bodyPr lIns="0" rIns="0" tIns="0" bIns="0"/>
          <a:p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74240" y="3801960"/>
            <a:ext cx="4015800" cy="2358360"/>
          </a:xfrm>
          <a:prstGeom prst="rect">
            <a:avLst/>
          </a:prstGeom>
        </p:spPr>
        <p:txBody>
          <a:bodyPr lIns="0" rIns="0" tIns="0" bIns="0"/>
          <a:p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57200" y="3801960"/>
            <a:ext cx="4015800" cy="2358360"/>
          </a:xfrm>
          <a:prstGeom prst="rect">
            <a:avLst/>
          </a:prstGeom>
        </p:spPr>
        <p:txBody>
          <a:bodyPr lIns="0" rIns="0" tIns="0" bIns="0"/>
          <a:p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381520" cy="761760"/>
          </a:xfrm>
          <a:prstGeom prst="rect">
            <a:avLst/>
          </a:prstGeom>
        </p:spPr>
        <p:txBody>
          <a:bodyPr lIns="0" rIns="0" tIns="0" bIns="0" anchor="ctr"/>
          <a:p>
            <a:endParaRPr lang="en-US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219320"/>
            <a:ext cx="8229240" cy="4944600"/>
          </a:xfrm>
          <a:prstGeom prst="rect">
            <a:avLst/>
          </a:prstGeom>
        </p:spPr>
        <p:txBody>
          <a:bodyPr lIns="0" rIns="0" tIns="0" bIns="0"/>
          <a:p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1219320"/>
            <a:ext cx="8229240" cy="4944600"/>
          </a:xfrm>
          <a:prstGeom prst="rect">
            <a:avLst/>
          </a:prstGeom>
        </p:spPr>
        <p:txBody>
          <a:bodyPr lIns="0" rIns="0" tIns="0" bIns="0"/>
          <a:p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  <p:pic>
        <p:nvPicPr>
          <p:cNvPr id="40" name="" descr=""/>
          <p:cNvPicPr/>
          <p:nvPr/>
        </p:nvPicPr>
        <p:blipFill>
          <a:blip r:embed="rId2"/>
          <a:stretch/>
        </p:blipFill>
        <p:spPr>
          <a:xfrm>
            <a:off x="1473120" y="1218960"/>
            <a:ext cx="6197040" cy="4944600"/>
          </a:xfrm>
          <a:prstGeom prst="rect">
            <a:avLst/>
          </a:prstGeom>
          <a:ln>
            <a:noFill/>
          </a:ln>
        </p:spPr>
      </p:pic>
      <p:pic>
        <p:nvPicPr>
          <p:cNvPr id="41" name="" descr=""/>
          <p:cNvPicPr/>
          <p:nvPr/>
        </p:nvPicPr>
        <p:blipFill>
          <a:blip r:embed="rId3"/>
          <a:stretch/>
        </p:blipFill>
        <p:spPr>
          <a:xfrm>
            <a:off x="1473120" y="1218960"/>
            <a:ext cx="6197040" cy="494460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6477120"/>
            <a:ext cx="9143640" cy="380520"/>
          </a:xfrm>
          <a:prstGeom prst="rect">
            <a:avLst/>
          </a:prstGeom>
          <a:gradFill>
            <a:gsLst>
              <a:gs pos="0">
                <a:srgbClr val="969696">
                  <a:alpha val="50000"/>
                </a:srgbClr>
              </a:gs>
              <a:gs pos="100000">
                <a:schemeClr val="bg1"/>
              </a:gs>
            </a:gsLst>
            <a:lin ang="0"/>
          </a:gradFill>
          <a:ln w="93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Line 2"/>
          <p:cNvSpPr/>
          <p:nvPr/>
        </p:nvSpPr>
        <p:spPr>
          <a:xfrm>
            <a:off x="533160" y="761760"/>
            <a:ext cx="8153640" cy="0"/>
          </a:xfrm>
          <a:prstGeom prst="line">
            <a:avLst/>
          </a:prstGeom>
          <a:ln w="12600">
            <a:solidFill>
              <a:srgbClr val="b2b2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" name="Picture 6" descr=""/>
          <p:cNvPicPr/>
          <p:nvPr/>
        </p:nvPicPr>
        <p:blipFill>
          <a:blip r:embed="rId2"/>
          <a:srcRect l="2426" t="16914" r="0" b="15479"/>
          <a:stretch/>
        </p:blipFill>
        <p:spPr>
          <a:xfrm>
            <a:off x="8534520" y="6381720"/>
            <a:ext cx="609120" cy="47592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"/>
          <p:cNvPicPr/>
          <p:nvPr/>
        </p:nvPicPr>
        <p:blipFill>
          <a:blip r:embed="rId3"/>
          <a:stretch/>
        </p:blipFill>
        <p:spPr>
          <a:xfrm>
            <a:off x="0" y="0"/>
            <a:ext cx="1066320" cy="1066320"/>
          </a:xfrm>
          <a:prstGeom prst="rect">
            <a:avLst/>
          </a:prstGeom>
          <a:ln>
            <a:noFill/>
          </a:ln>
        </p:spPr>
      </p:pic>
      <p:pic>
        <p:nvPicPr>
          <p:cNvPr id="4" name="Picture 9" descr=""/>
          <p:cNvPicPr/>
          <p:nvPr/>
        </p:nvPicPr>
        <p:blipFill>
          <a:blip r:embed="rId4"/>
          <a:srcRect l="0" t="14286" r="0" b="14286"/>
          <a:stretch/>
        </p:blipFill>
        <p:spPr>
          <a:xfrm>
            <a:off x="5943600" y="6477120"/>
            <a:ext cx="2555640" cy="380520"/>
          </a:xfrm>
          <a:prstGeom prst="rect">
            <a:avLst/>
          </a:prstGeom>
          <a:ln w="9360">
            <a:noFill/>
          </a:ln>
        </p:spPr>
      </p:pic>
      <p:sp>
        <p:nvSpPr>
          <p:cNvPr id="5" name="PlaceHolder 3"/>
          <p:cNvSpPr>
            <a:spLocks noGrp="1"/>
          </p:cNvSpPr>
          <p:nvPr>
            <p:ph type="title"/>
          </p:nvPr>
        </p:nvSpPr>
        <p:spPr>
          <a:xfrm>
            <a:off x="457200" y="0"/>
            <a:ext cx="8381520" cy="761760"/>
          </a:xfrm>
          <a:prstGeom prst="rect">
            <a:avLst/>
          </a:prstGeom>
        </p:spPr>
        <p:txBody>
          <a:bodyPr anchor="b"/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ahoma"/>
              </a:rPr>
              <a:t>Click to edit Master title style</a:t>
            </a:r>
            <a:endParaRPr lang="en-US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457200" y="1219320"/>
            <a:ext cx="8229240" cy="4944600"/>
          </a:xfrm>
          <a:prstGeom prst="rect">
            <a:avLst/>
          </a:prstGeom>
        </p:spPr>
        <p:txBody>
          <a:bodyPr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empus Sans ITC"/>
              </a:rPr>
              <a:t>Click to edit the outline text format</a:t>
            </a:r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empus Sans ITC"/>
              </a:rPr>
              <a:t>Second Outline Level</a:t>
            </a:r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  <a:p>
            <a:pPr lvl="2" marL="1296000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empus Sans ITC"/>
              </a:rPr>
              <a:t>Third Outline Level</a:t>
            </a:r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  <a:p>
            <a:pPr lvl="3" marL="1728000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empus Sans ITC"/>
              </a:rPr>
              <a:t>Fourth Outline Level</a:t>
            </a:r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  <a:p>
            <a:pPr lvl="4" marL="2160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empus Sans ITC"/>
              </a:rPr>
              <a:t>Fifth Outline Level</a:t>
            </a:r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  <a:p>
            <a:pPr lvl="5" marL="259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empus Sans ITC"/>
              </a:rPr>
              <a:t>Sixth Outline Level</a:t>
            </a:r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  <a:p>
            <a:pPr marL="343080" indent="-342720">
              <a:lnSpc>
                <a:spcPct val="100000"/>
              </a:lnSpc>
              <a:buClr>
                <a:srgbClr val="330066"/>
              </a:buClr>
              <a:buSzPct val="70000"/>
              <a:buFont typeface="Wingdings" charset="2"/>
              <a:buChar char=""/>
            </a:pPr>
            <a:r>
              <a:rPr b="1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empus Sans ITC"/>
              </a:rPr>
              <a:t>Seventh Outline LevelClick to edit Master text styles</a:t>
            </a:r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  <a:p>
            <a:pPr lvl="1" marL="692280" indent="-347400">
              <a:lnSpc>
                <a:spcPct val="100000"/>
              </a:lnSpc>
              <a:buClr>
                <a:srgbClr val="669999"/>
              </a:buClr>
              <a:buSzPct val="70000"/>
              <a:buFont typeface="Wingdings" charset="2"/>
              <a:buChar char=""/>
            </a:pPr>
            <a:r>
              <a:rPr b="1" lang="en-US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empus Sans ITC"/>
              </a:rPr>
              <a:t>Second level</a:t>
            </a:r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  <a:p>
            <a:pPr lvl="2" marL="987480" indent="-293400">
              <a:lnSpc>
                <a:spcPct val="100000"/>
              </a:lnSpc>
              <a:buClr>
                <a:srgbClr val="cccc00"/>
              </a:buClr>
              <a:buSzPct val="70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empus Sans ITC"/>
              </a:rPr>
              <a:t>Third level</a:t>
            </a:r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  <a:p>
            <a:pPr lvl="3" marL="1281240" indent="-291600">
              <a:lnSpc>
                <a:spcPct val="100000"/>
              </a:lnSpc>
              <a:buClr>
                <a:srgbClr val="330066"/>
              </a:buClr>
              <a:buSzPct val="75000"/>
              <a:buFont typeface="Wingdings" charset="2"/>
              <a:buChar char=""/>
            </a:pPr>
            <a:r>
              <a:rPr b="1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empus Sans ITC"/>
              </a:rPr>
              <a:t>Fourth level</a:t>
            </a:r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  <a:p>
            <a:pPr lvl="4" marL="1598760" indent="-315720">
              <a:lnSpc>
                <a:spcPct val="100000"/>
              </a:lnSpc>
              <a:buClr>
                <a:srgbClr val="d8d8ec"/>
              </a:buClr>
              <a:buSzPct val="80000"/>
              <a:buFont typeface="Wingdings" charset="2"/>
              <a:buChar char=""/>
            </a:pP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empus Sans ITC"/>
              </a:rPr>
              <a:t>Fifth level</a:t>
            </a:r>
            <a:endParaRPr b="1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empus Sans ITC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/>
          </p:nvPr>
        </p:nvSpPr>
        <p:spPr>
          <a:xfrm>
            <a:off x="76320" y="6553080"/>
            <a:ext cx="2133360" cy="228240"/>
          </a:xfrm>
          <a:prstGeom prst="rect">
            <a:avLst/>
          </a:prstGeom>
        </p:spPr>
        <p:txBody>
          <a:bodyPr/>
          <a:p>
            <a:pPr>
              <a:lnSpc>
                <a:spcPct val="100000"/>
              </a:lnSpc>
            </a:pPr>
            <a:fld id="{12F76930-B36F-4710-9BAB-1A927F3A8427}" type="slidenum">
              <a:rPr b="1" lang="en-US" sz="1200" spc="-1" strike="noStrike">
                <a:solidFill>
                  <a:srgbClr val="5f5f5f"/>
                </a:solidFill>
                <a:uFill>
                  <a:solidFill>
                    <a:srgbClr val="ffffff"/>
                  </a:solidFill>
                </a:uFill>
                <a:latin typeface="Tempus Sans ITC"/>
              </a:rPr>
              <a:t>&lt;number&gt;</a:t>
            </a:fld>
            <a:endParaRPr lang="en-US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Shape 1"/>
          <p:cNvSpPr txBox="1"/>
          <p:nvPr/>
        </p:nvSpPr>
        <p:spPr>
          <a:xfrm>
            <a:off x="1295280" y="152280"/>
            <a:ext cx="7695720" cy="60912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Pembuatan Toko Online Untuk UKM</a:t>
            </a:r>
            <a:endParaRPr lang="en-US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8" name="CustomShape 2"/>
          <p:cNvSpPr/>
          <p:nvPr/>
        </p:nvSpPr>
        <p:spPr>
          <a:xfrm>
            <a:off x="152280" y="838080"/>
            <a:ext cx="3580920" cy="502560"/>
          </a:xfrm>
          <a:prstGeom prst="rect">
            <a:avLst/>
          </a:prstGeom>
          <a:solidFill>
            <a:schemeClr val="accent5">
              <a:shade val="90000"/>
              <a:hueOff val="0"/>
              <a:satOff val="0"/>
              <a:lumOff val="0"/>
              <a:alphaOff val="0"/>
            </a:schemeClr>
          </a:soli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76320" rIns="76320" tIns="76320" bIns="76320" anchor="ctr"/>
          <a:p>
            <a:pPr algn="ctr">
              <a:lnSpc>
                <a:spcPct val="90000"/>
              </a:lnSpc>
            </a:pPr>
            <a:r>
              <a:rPr b="1" lang="en-US" sz="2000" spc="-1" strike="noStrike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PROBLEMS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CustomShape 3"/>
          <p:cNvSpPr/>
          <p:nvPr/>
        </p:nvSpPr>
        <p:spPr>
          <a:xfrm>
            <a:off x="152280" y="1341000"/>
            <a:ext cx="1790280" cy="1055880"/>
          </a:xfrm>
          <a:prstGeom prst="rect">
            <a:avLst/>
          </a:prstGeom>
          <a:gradFill>
            <a:gsLst>
              <a:gs pos="0">
                <a:schemeClr val="accent5">
                  <a:hueOff val="0"/>
                  <a:satOff val="0"/>
                  <a:lumOff val="0"/>
                  <a:alphaOff val="0"/>
                  <a:shade val="51000"/>
                  <a:satMod val="130000"/>
                </a:schemeClr>
              </a:gs>
              <a:gs pos="80000">
                <a:schemeClr val="accent5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5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  <a:lin ang="16200000"/>
          </a:gra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53280" rIns="53280" tIns="53280" bIns="53280" anchor="ctr"/>
          <a:p>
            <a:pPr algn="ctr">
              <a:lnSpc>
                <a:spcPct val="90000"/>
              </a:lnSpc>
            </a:pPr>
            <a:r>
              <a:rPr lang="en-US" sz="1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Pemasaran UKM Sebatas Offline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" name="CustomShape 4"/>
          <p:cNvSpPr/>
          <p:nvPr/>
        </p:nvSpPr>
        <p:spPr>
          <a:xfrm>
            <a:off x="1943280" y="1341000"/>
            <a:ext cx="1790280" cy="1055880"/>
          </a:xfrm>
          <a:prstGeom prst="rect">
            <a:avLst/>
          </a:prstGeom>
          <a:gradFill>
            <a:gsLst>
              <a:gs pos="0">
                <a:schemeClr val="accent5">
                  <a:hueOff val="7200000"/>
                  <a:satOff val="-29122"/>
                  <a:lumOff val="-32549"/>
                  <a:alphaOff val="0"/>
                  <a:shade val="51000"/>
                  <a:satMod val="130000"/>
                </a:schemeClr>
              </a:gs>
              <a:gs pos="80000">
                <a:schemeClr val="accent5">
                  <a:hueOff val="7200000"/>
                  <a:satOff val="-29122"/>
                  <a:lumOff val="-32549"/>
                  <a:alphaOff val="0"/>
                  <a:shade val="93000"/>
                  <a:satMod val="130000"/>
                </a:schemeClr>
              </a:gs>
              <a:gs pos="100000">
                <a:schemeClr val="accent5">
                  <a:hueOff val="7200000"/>
                  <a:satOff val="-29122"/>
                  <a:lumOff val="-32549"/>
                  <a:alphaOff val="0"/>
                  <a:shade val="94000"/>
                  <a:satMod val="135000"/>
                </a:schemeClr>
              </a:gs>
            </a:gsLst>
            <a:lin ang="16200000"/>
          </a:gra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53280" rIns="53280" tIns="53280" bIns="53280" anchor="ctr"/>
          <a:p>
            <a:pPr algn="ctr">
              <a:lnSpc>
                <a:spcPct val="90000"/>
              </a:lnSpc>
            </a:pPr>
            <a:r>
              <a:rPr lang="en-US" sz="1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Produk/Brand Kurang dikenal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1" name="CustomShape 5"/>
          <p:cNvSpPr/>
          <p:nvPr/>
        </p:nvSpPr>
        <p:spPr>
          <a:xfrm>
            <a:off x="152280" y="2397240"/>
            <a:ext cx="3580920" cy="117000"/>
          </a:xfrm>
          <a:prstGeom prst="rect">
            <a:avLst/>
          </a:prstGeom>
          <a:solidFill>
            <a:schemeClr val="accent5">
              <a:shade val="90000"/>
              <a:hueOff val="0"/>
              <a:satOff val="0"/>
              <a:lumOff val="0"/>
              <a:alphaOff val="0"/>
            </a:schemeClr>
          </a:soli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</p:sp>
      <p:sp>
        <p:nvSpPr>
          <p:cNvPr id="52" name="CustomShape 6"/>
          <p:cNvSpPr/>
          <p:nvPr/>
        </p:nvSpPr>
        <p:spPr>
          <a:xfrm>
            <a:off x="5867280" y="838080"/>
            <a:ext cx="3047760" cy="297000"/>
          </a:xfrm>
          <a:prstGeom prst="rect">
            <a:avLst/>
          </a:prstGeom>
          <a:solidFill>
            <a:schemeClr val="accent5">
              <a:shade val="90000"/>
              <a:hueOff val="0"/>
              <a:satOff val="0"/>
              <a:lumOff val="0"/>
              <a:alphaOff val="0"/>
            </a:schemeClr>
          </a:soli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76320" rIns="76320" tIns="76320" bIns="76320" anchor="ctr"/>
          <a:p>
            <a:pPr algn="ctr">
              <a:lnSpc>
                <a:spcPct val="90000"/>
              </a:lnSpc>
            </a:pPr>
            <a:r>
              <a:rPr b="1" lang="en-US" sz="2000" spc="-1" strike="noStrike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OPPORTUNITY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3" name="CustomShape 7"/>
          <p:cNvSpPr/>
          <p:nvPr/>
        </p:nvSpPr>
        <p:spPr>
          <a:xfrm>
            <a:off x="5867280" y="1135440"/>
            <a:ext cx="1523520" cy="623880"/>
          </a:xfrm>
          <a:prstGeom prst="rect">
            <a:avLst/>
          </a:prstGeom>
          <a:gradFill>
            <a:gsLst>
              <a:gs pos="0">
                <a:schemeClr val="accent5">
                  <a:hueOff val="0"/>
                  <a:satOff val="0"/>
                  <a:lumOff val="0"/>
                  <a:alphaOff val="0"/>
                  <a:shade val="51000"/>
                  <a:satMod val="130000"/>
                </a:schemeClr>
              </a:gs>
              <a:gs pos="80000">
                <a:schemeClr val="accent5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5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  <a:lin ang="16200000"/>
          </a:gra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53280" rIns="53280" tIns="53280" bIns="53280" anchor="ctr"/>
          <a:p>
            <a:pPr algn="ctr">
              <a:lnSpc>
                <a:spcPct val="90000"/>
              </a:lnSpc>
            </a:pPr>
            <a:r>
              <a:rPr lang="en-US" sz="1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Teknologi Informasi dan Komunikasi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CustomShape 8"/>
          <p:cNvSpPr/>
          <p:nvPr/>
        </p:nvSpPr>
        <p:spPr>
          <a:xfrm>
            <a:off x="7391520" y="1135440"/>
            <a:ext cx="1523520" cy="623880"/>
          </a:xfrm>
          <a:prstGeom prst="rect">
            <a:avLst/>
          </a:prstGeom>
          <a:gradFill>
            <a:gsLst>
              <a:gs pos="0">
                <a:schemeClr val="accent5">
                  <a:hueOff val="7200000"/>
                  <a:satOff val="-29122"/>
                  <a:lumOff val="-32549"/>
                  <a:alphaOff val="0"/>
                  <a:shade val="51000"/>
                  <a:satMod val="130000"/>
                </a:schemeClr>
              </a:gs>
              <a:gs pos="80000">
                <a:schemeClr val="accent5">
                  <a:hueOff val="7200000"/>
                  <a:satOff val="-29122"/>
                  <a:lumOff val="-32549"/>
                  <a:alphaOff val="0"/>
                  <a:shade val="93000"/>
                  <a:satMod val="130000"/>
                </a:schemeClr>
              </a:gs>
              <a:gs pos="100000">
                <a:schemeClr val="accent5">
                  <a:hueOff val="7200000"/>
                  <a:satOff val="-29122"/>
                  <a:lumOff val="-32549"/>
                  <a:alphaOff val="0"/>
                  <a:shade val="94000"/>
                  <a:satMod val="135000"/>
                </a:schemeClr>
              </a:gs>
            </a:gsLst>
            <a:lin ang="16200000"/>
          </a:gra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53280" rIns="53280" tIns="53280" bIns="53280" anchor="ctr"/>
          <a:p>
            <a:pPr algn="ctr">
              <a:lnSpc>
                <a:spcPct val="90000"/>
              </a:lnSpc>
            </a:pPr>
            <a:r>
              <a:rPr lang="en-US" sz="1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Marketing Online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CustomShape 9"/>
          <p:cNvSpPr/>
          <p:nvPr/>
        </p:nvSpPr>
        <p:spPr>
          <a:xfrm>
            <a:off x="5867280" y="1759320"/>
            <a:ext cx="3047760" cy="69120"/>
          </a:xfrm>
          <a:prstGeom prst="rect">
            <a:avLst/>
          </a:prstGeom>
          <a:solidFill>
            <a:schemeClr val="accent5">
              <a:shade val="90000"/>
              <a:hueOff val="0"/>
              <a:satOff val="0"/>
              <a:lumOff val="0"/>
              <a:alphaOff val="0"/>
            </a:schemeClr>
          </a:soli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</p:sp>
      <p:sp>
        <p:nvSpPr>
          <p:cNvPr id="56" name="CustomShape 10"/>
          <p:cNvSpPr/>
          <p:nvPr/>
        </p:nvSpPr>
        <p:spPr>
          <a:xfrm>
            <a:off x="4343400" y="2057400"/>
            <a:ext cx="3657240" cy="297000"/>
          </a:xfrm>
          <a:prstGeom prst="rect">
            <a:avLst/>
          </a:prstGeom>
          <a:solidFill>
            <a:schemeClr val="accent5">
              <a:shade val="90000"/>
              <a:hueOff val="0"/>
              <a:satOff val="0"/>
              <a:lumOff val="0"/>
              <a:alphaOff val="0"/>
            </a:schemeClr>
          </a:soli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76320" rIns="76320" tIns="76320" bIns="76320" anchor="ctr"/>
          <a:p>
            <a:pPr algn="ctr">
              <a:lnSpc>
                <a:spcPct val="90000"/>
              </a:lnSpc>
            </a:pPr>
            <a:r>
              <a:rPr b="1" lang="en-US" sz="2000" spc="-1" strike="noStrike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APPROACH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7" name="CustomShape 11"/>
          <p:cNvSpPr/>
          <p:nvPr/>
        </p:nvSpPr>
        <p:spPr>
          <a:xfrm>
            <a:off x="4343400" y="2354760"/>
            <a:ext cx="1828440" cy="623880"/>
          </a:xfrm>
          <a:prstGeom prst="rect">
            <a:avLst/>
          </a:prstGeom>
          <a:gradFill>
            <a:gsLst>
              <a:gs pos="0">
                <a:schemeClr val="accent5">
                  <a:hueOff val="0"/>
                  <a:satOff val="0"/>
                  <a:lumOff val="0"/>
                  <a:alphaOff val="0"/>
                  <a:shade val="51000"/>
                  <a:satMod val="130000"/>
                </a:schemeClr>
              </a:gs>
              <a:gs pos="80000">
                <a:schemeClr val="accent5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5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  <a:lin ang="16200000"/>
          </a:gra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53280" rIns="53280" tIns="53280" bIns="53280" anchor="ctr"/>
          <a:p>
            <a:pPr algn="ctr">
              <a:lnSpc>
                <a:spcPct val="90000"/>
              </a:lnSpc>
            </a:pPr>
            <a:r>
              <a:rPr lang="en-US" sz="1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Sistem Informasi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CustomShape 12"/>
          <p:cNvSpPr/>
          <p:nvPr/>
        </p:nvSpPr>
        <p:spPr>
          <a:xfrm>
            <a:off x="6172200" y="2354760"/>
            <a:ext cx="1828440" cy="623880"/>
          </a:xfrm>
          <a:prstGeom prst="rect">
            <a:avLst/>
          </a:prstGeom>
          <a:gradFill>
            <a:gsLst>
              <a:gs pos="0">
                <a:schemeClr val="accent5">
                  <a:hueOff val="7200000"/>
                  <a:satOff val="-29122"/>
                  <a:lumOff val="-32549"/>
                  <a:alphaOff val="0"/>
                  <a:shade val="51000"/>
                  <a:satMod val="130000"/>
                </a:schemeClr>
              </a:gs>
              <a:gs pos="80000">
                <a:schemeClr val="accent5">
                  <a:hueOff val="7200000"/>
                  <a:satOff val="-29122"/>
                  <a:lumOff val="-32549"/>
                  <a:alphaOff val="0"/>
                  <a:shade val="93000"/>
                  <a:satMod val="130000"/>
                </a:schemeClr>
              </a:gs>
              <a:gs pos="100000">
                <a:schemeClr val="accent5">
                  <a:hueOff val="7200000"/>
                  <a:satOff val="-29122"/>
                  <a:lumOff val="-32549"/>
                  <a:alphaOff val="0"/>
                  <a:shade val="94000"/>
                  <a:satMod val="135000"/>
                </a:schemeClr>
              </a:gs>
            </a:gsLst>
            <a:lin ang="16200000"/>
          </a:gra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53280" rIns="53280" tIns="53280" bIns="53280" anchor="ctr"/>
          <a:p>
            <a:pPr algn="ctr">
              <a:lnSpc>
                <a:spcPct val="90000"/>
              </a:lnSpc>
            </a:pPr>
            <a:r>
              <a:rPr lang="en-US" sz="1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Web Development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9" name="CustomShape 13"/>
          <p:cNvSpPr/>
          <p:nvPr/>
        </p:nvSpPr>
        <p:spPr>
          <a:xfrm>
            <a:off x="4343400" y="2978640"/>
            <a:ext cx="3657240" cy="69120"/>
          </a:xfrm>
          <a:prstGeom prst="rect">
            <a:avLst/>
          </a:prstGeom>
          <a:solidFill>
            <a:schemeClr val="accent5">
              <a:shade val="90000"/>
              <a:hueOff val="0"/>
              <a:satOff val="0"/>
              <a:lumOff val="0"/>
              <a:alphaOff val="0"/>
            </a:schemeClr>
          </a:soli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</p:sp>
      <p:sp>
        <p:nvSpPr>
          <p:cNvPr id="60" name="CustomShape 14"/>
          <p:cNvSpPr/>
          <p:nvPr/>
        </p:nvSpPr>
        <p:spPr>
          <a:xfrm>
            <a:off x="4587840" y="3432240"/>
            <a:ext cx="3657240" cy="319680"/>
          </a:xfrm>
          <a:prstGeom prst="rect">
            <a:avLst/>
          </a:prstGeom>
          <a:solidFill>
            <a:schemeClr val="accent5">
              <a:shade val="90000"/>
              <a:hueOff val="0"/>
              <a:satOff val="0"/>
              <a:lumOff val="0"/>
              <a:alphaOff val="0"/>
            </a:schemeClr>
          </a:soli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76320" rIns="76320" tIns="76320" bIns="76320" anchor="ctr"/>
          <a:p>
            <a:pPr algn="ctr">
              <a:lnSpc>
                <a:spcPct val="90000"/>
              </a:lnSpc>
            </a:pPr>
            <a:r>
              <a:rPr b="1" lang="en-US" sz="2000" spc="-1" strike="noStrike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SOFTWARE DEVELOPMENT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CustomShape 15"/>
          <p:cNvSpPr/>
          <p:nvPr/>
        </p:nvSpPr>
        <p:spPr>
          <a:xfrm>
            <a:off x="4589640" y="3752280"/>
            <a:ext cx="1217520" cy="671760"/>
          </a:xfrm>
          <a:prstGeom prst="rect">
            <a:avLst/>
          </a:prstGeom>
          <a:gradFill>
            <a:gsLst>
              <a:gs pos="0">
                <a:schemeClr val="accent5">
                  <a:hueOff val="0"/>
                  <a:satOff val="0"/>
                  <a:lumOff val="0"/>
                  <a:alphaOff val="0"/>
                  <a:shade val="51000"/>
                  <a:satMod val="130000"/>
                </a:schemeClr>
              </a:gs>
              <a:gs pos="80000">
                <a:schemeClr val="accent5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5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  <a:lin ang="16200000"/>
          </a:gra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53280" rIns="53280" tIns="53280" bIns="53280" anchor="ctr"/>
          <a:p>
            <a:pPr algn="ctr">
              <a:lnSpc>
                <a:spcPct val="90000"/>
              </a:lnSpc>
            </a:pPr>
            <a:r>
              <a:rPr lang="en-US" sz="1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Wordpress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2" name="CustomShape 16"/>
          <p:cNvSpPr/>
          <p:nvPr/>
        </p:nvSpPr>
        <p:spPr>
          <a:xfrm>
            <a:off x="5669280" y="3752280"/>
            <a:ext cx="1554480" cy="671760"/>
          </a:xfrm>
          <a:prstGeom prst="rect">
            <a:avLst/>
          </a:prstGeom>
          <a:gradFill>
            <a:gsLst>
              <a:gs pos="0">
                <a:schemeClr val="accent5">
                  <a:hueOff val="3600000"/>
                  <a:satOff val="-14561"/>
                  <a:lumOff val="-16274"/>
                  <a:alphaOff val="0"/>
                  <a:shade val="51000"/>
                  <a:satMod val="130000"/>
                </a:schemeClr>
              </a:gs>
              <a:gs pos="80000">
                <a:schemeClr val="accent5">
                  <a:hueOff val="3600000"/>
                  <a:satOff val="-14561"/>
                  <a:lumOff val="-16274"/>
                  <a:alphaOff val="0"/>
                  <a:shade val="93000"/>
                  <a:satMod val="130000"/>
                </a:schemeClr>
              </a:gs>
              <a:gs pos="100000">
                <a:schemeClr val="accent5">
                  <a:hueOff val="3600000"/>
                  <a:satOff val="-14561"/>
                  <a:lumOff val="-16274"/>
                  <a:alphaOff val="0"/>
                  <a:shade val="94000"/>
                  <a:satMod val="135000"/>
                </a:schemeClr>
              </a:gs>
            </a:gsLst>
            <a:lin ang="16200000"/>
          </a:gra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53280" rIns="53280" tIns="53280" bIns="53280" anchor="ctr"/>
          <a:p>
            <a:pPr algn="ctr">
              <a:lnSpc>
                <a:spcPct val="90000"/>
              </a:lnSpc>
            </a:pPr>
            <a:r>
              <a:rPr lang="en-US" sz="1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Woocomerce</a:t>
            </a:r>
            <a:r>
              <a:rPr lang="en-US" sz="1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
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CustomShape 17"/>
          <p:cNvSpPr/>
          <p:nvPr/>
        </p:nvSpPr>
        <p:spPr>
          <a:xfrm>
            <a:off x="7025760" y="3752280"/>
            <a:ext cx="1217520" cy="671760"/>
          </a:xfrm>
          <a:prstGeom prst="rect">
            <a:avLst/>
          </a:prstGeom>
          <a:gradFill>
            <a:gsLst>
              <a:gs pos="0">
                <a:schemeClr val="accent5">
                  <a:hueOff val="7200000"/>
                  <a:satOff val="-29122"/>
                  <a:lumOff val="-32549"/>
                  <a:alphaOff val="0"/>
                  <a:shade val="51000"/>
                  <a:satMod val="130000"/>
                </a:schemeClr>
              </a:gs>
              <a:gs pos="80000">
                <a:schemeClr val="accent5">
                  <a:hueOff val="7200000"/>
                  <a:satOff val="-29122"/>
                  <a:lumOff val="-32549"/>
                  <a:alphaOff val="0"/>
                  <a:shade val="93000"/>
                  <a:satMod val="130000"/>
                </a:schemeClr>
              </a:gs>
              <a:gs pos="100000">
                <a:schemeClr val="accent5">
                  <a:hueOff val="7200000"/>
                  <a:satOff val="-29122"/>
                  <a:lumOff val="-32549"/>
                  <a:alphaOff val="0"/>
                  <a:shade val="94000"/>
                  <a:satMod val="135000"/>
                </a:schemeClr>
              </a:gs>
            </a:gsLst>
            <a:lin ang="16200000"/>
          </a:gra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53280" rIns="53280" tIns="53280" bIns="53280" anchor="ctr"/>
          <a:p>
            <a:pPr algn="ctr">
              <a:lnSpc>
                <a:spcPct val="90000"/>
              </a:lnSpc>
            </a:pPr>
            <a:r>
              <a:rPr lang="en-US" sz="1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Testing : Software QA 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CustomShape 18"/>
          <p:cNvSpPr/>
          <p:nvPr/>
        </p:nvSpPr>
        <p:spPr>
          <a:xfrm>
            <a:off x="4587840" y="4424400"/>
            <a:ext cx="3657240" cy="74160"/>
          </a:xfrm>
          <a:prstGeom prst="rect">
            <a:avLst/>
          </a:prstGeom>
          <a:solidFill>
            <a:schemeClr val="accent5">
              <a:shade val="90000"/>
              <a:hueOff val="0"/>
              <a:satOff val="0"/>
              <a:lumOff val="0"/>
              <a:alphaOff val="0"/>
            </a:schemeClr>
          </a:soli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</p:sp>
      <p:sp>
        <p:nvSpPr>
          <p:cNvPr id="65" name="CustomShape 19"/>
          <p:cNvSpPr/>
          <p:nvPr/>
        </p:nvSpPr>
        <p:spPr>
          <a:xfrm>
            <a:off x="152280" y="4343400"/>
            <a:ext cx="4266720" cy="388440"/>
          </a:xfrm>
          <a:prstGeom prst="rect">
            <a:avLst/>
          </a:prstGeom>
          <a:solidFill>
            <a:schemeClr val="accent5">
              <a:shade val="90000"/>
              <a:hueOff val="0"/>
              <a:satOff val="0"/>
              <a:lumOff val="0"/>
              <a:alphaOff val="0"/>
            </a:schemeClr>
          </a:soli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76320" rIns="76320" tIns="76320" bIns="76320" anchor="ctr"/>
          <a:p>
            <a:pPr algn="ctr">
              <a:lnSpc>
                <a:spcPct val="90000"/>
              </a:lnSpc>
            </a:pPr>
            <a:r>
              <a:rPr b="1" lang="en-US" sz="2000" spc="-1" strike="noStrike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SOFTWARE IMPLEMENTATION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CustomShape 20"/>
          <p:cNvSpPr/>
          <p:nvPr/>
        </p:nvSpPr>
        <p:spPr>
          <a:xfrm>
            <a:off x="154440" y="4732200"/>
            <a:ext cx="1420560" cy="815760"/>
          </a:xfrm>
          <a:prstGeom prst="rect">
            <a:avLst/>
          </a:prstGeom>
          <a:gradFill>
            <a:gsLst>
              <a:gs pos="0">
                <a:schemeClr val="accent5">
                  <a:hueOff val="0"/>
                  <a:satOff val="0"/>
                  <a:lumOff val="0"/>
                  <a:alphaOff val="0"/>
                  <a:shade val="51000"/>
                  <a:satMod val="130000"/>
                </a:schemeClr>
              </a:gs>
              <a:gs pos="80000">
                <a:schemeClr val="accent5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5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  <a:lin ang="16200000"/>
          </a:gra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53280" rIns="53280" tIns="53280" bIns="53280" anchor="ctr"/>
          <a:p>
            <a:pPr algn="ctr">
              <a:lnSpc>
                <a:spcPct val="90000"/>
              </a:lnSpc>
            </a:pPr>
            <a:r>
              <a:rPr lang="en-US" sz="1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UKM 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7" name="CustomShape 21"/>
          <p:cNvSpPr/>
          <p:nvPr/>
        </p:nvSpPr>
        <p:spPr>
          <a:xfrm>
            <a:off x="1575360" y="4732200"/>
            <a:ext cx="1420560" cy="815760"/>
          </a:xfrm>
          <a:prstGeom prst="rect">
            <a:avLst/>
          </a:prstGeom>
          <a:gradFill>
            <a:gsLst>
              <a:gs pos="0">
                <a:schemeClr val="accent5">
                  <a:hueOff val="3600000"/>
                  <a:satOff val="-14561"/>
                  <a:lumOff val="-16274"/>
                  <a:alphaOff val="0"/>
                  <a:shade val="51000"/>
                  <a:satMod val="130000"/>
                </a:schemeClr>
              </a:gs>
              <a:gs pos="80000">
                <a:schemeClr val="accent5">
                  <a:hueOff val="3600000"/>
                  <a:satOff val="-14561"/>
                  <a:lumOff val="-16274"/>
                  <a:alphaOff val="0"/>
                  <a:shade val="93000"/>
                  <a:satMod val="130000"/>
                </a:schemeClr>
              </a:gs>
              <a:gs pos="100000">
                <a:schemeClr val="accent5">
                  <a:hueOff val="3600000"/>
                  <a:satOff val="-14561"/>
                  <a:lumOff val="-16274"/>
                  <a:alphaOff val="0"/>
                  <a:shade val="94000"/>
                  <a:satMod val="135000"/>
                </a:schemeClr>
              </a:gs>
            </a:gsLst>
            <a:lin ang="16200000"/>
          </a:gra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53280" rIns="53280" tIns="53280" bIns="53280" anchor="ctr"/>
          <a:p>
            <a:pPr algn="ctr">
              <a:lnSpc>
                <a:spcPct val="90000"/>
              </a:lnSpc>
            </a:pPr>
            <a:r>
              <a:rPr lang="en-US" sz="1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Pretest (Sebelum Software Digunakan)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CustomShape 22"/>
          <p:cNvSpPr/>
          <p:nvPr/>
        </p:nvSpPr>
        <p:spPr>
          <a:xfrm>
            <a:off x="2998440" y="4732200"/>
            <a:ext cx="1420560" cy="815760"/>
          </a:xfrm>
          <a:prstGeom prst="rect">
            <a:avLst/>
          </a:prstGeom>
          <a:gradFill>
            <a:gsLst>
              <a:gs pos="0">
                <a:schemeClr val="accent5">
                  <a:hueOff val="7200000"/>
                  <a:satOff val="-29122"/>
                  <a:lumOff val="-32549"/>
                  <a:alphaOff val="0"/>
                  <a:shade val="51000"/>
                  <a:satMod val="130000"/>
                </a:schemeClr>
              </a:gs>
              <a:gs pos="80000">
                <a:schemeClr val="accent5">
                  <a:hueOff val="7200000"/>
                  <a:satOff val="-29122"/>
                  <a:lumOff val="-32549"/>
                  <a:alphaOff val="0"/>
                  <a:shade val="93000"/>
                  <a:satMod val="130000"/>
                </a:schemeClr>
              </a:gs>
              <a:gs pos="100000">
                <a:schemeClr val="accent5">
                  <a:hueOff val="7200000"/>
                  <a:satOff val="-29122"/>
                  <a:lumOff val="-32549"/>
                  <a:alphaOff val="0"/>
                  <a:shade val="94000"/>
                  <a:satMod val="135000"/>
                </a:schemeClr>
              </a:gs>
            </a:gsLst>
            <a:lin ang="16200000"/>
          </a:gra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53280" rIns="53280" tIns="53280" bIns="53280" anchor="ctr"/>
          <a:p>
            <a:pPr algn="ctr">
              <a:lnSpc>
                <a:spcPct val="90000"/>
              </a:lnSpc>
            </a:pPr>
            <a:r>
              <a:rPr lang="en-US" sz="1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Posttest (Setelah Software Digunakan)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CustomShape 23"/>
          <p:cNvSpPr/>
          <p:nvPr/>
        </p:nvSpPr>
        <p:spPr>
          <a:xfrm>
            <a:off x="152280" y="5547960"/>
            <a:ext cx="4266720" cy="90360"/>
          </a:xfrm>
          <a:prstGeom prst="rect">
            <a:avLst/>
          </a:prstGeom>
          <a:solidFill>
            <a:schemeClr val="accent5">
              <a:shade val="90000"/>
              <a:hueOff val="0"/>
              <a:satOff val="0"/>
              <a:lumOff val="0"/>
              <a:alphaOff val="0"/>
            </a:schemeClr>
          </a:soli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</p:sp>
      <p:sp>
        <p:nvSpPr>
          <p:cNvPr id="70" name="CustomShape 24"/>
          <p:cNvSpPr/>
          <p:nvPr/>
        </p:nvSpPr>
        <p:spPr>
          <a:xfrm>
            <a:off x="1981080" y="5715000"/>
            <a:ext cx="3885840" cy="319680"/>
          </a:xfrm>
          <a:prstGeom prst="rect">
            <a:avLst/>
          </a:prstGeom>
          <a:solidFill>
            <a:schemeClr val="accent5">
              <a:shade val="90000"/>
              <a:hueOff val="0"/>
              <a:satOff val="0"/>
              <a:lumOff val="0"/>
              <a:alphaOff val="0"/>
            </a:schemeClr>
          </a:soli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76320" rIns="76320" tIns="76320" bIns="76320" anchor="ctr"/>
          <a:p>
            <a:pPr algn="ctr">
              <a:lnSpc>
                <a:spcPct val="90000"/>
              </a:lnSpc>
            </a:pPr>
            <a:r>
              <a:rPr b="1" lang="en-US" sz="2000" spc="-1" strike="noStrike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RESULT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1" name="CustomShape 25"/>
          <p:cNvSpPr/>
          <p:nvPr/>
        </p:nvSpPr>
        <p:spPr>
          <a:xfrm>
            <a:off x="1981080" y="6035040"/>
            <a:ext cx="3885840" cy="671760"/>
          </a:xfrm>
          <a:prstGeom prst="rect">
            <a:avLst/>
          </a:prstGeom>
          <a:gradFill>
            <a:gsLst>
              <a:gs pos="0">
                <a:schemeClr val="accent5">
                  <a:hueOff val="0"/>
                  <a:satOff val="0"/>
                  <a:lumOff val="0"/>
                  <a:alphaOff val="0"/>
                  <a:shade val="51000"/>
                  <a:satMod val="130000"/>
                </a:schemeClr>
              </a:gs>
              <a:gs pos="80000">
                <a:schemeClr val="accent5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5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  <a:lin ang="16200000"/>
          </a:gra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53280" rIns="53280" tIns="53280" bIns="53280" anchor="ctr"/>
          <a:p>
            <a:pPr algn="ctr">
              <a:lnSpc>
                <a:spcPct val="90000"/>
              </a:lnSpc>
            </a:pPr>
            <a:r>
              <a:rPr lang="en-US" sz="1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Pemasarang lebih luas menggunakan Web Toko Online 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2" name="CustomShape 26"/>
          <p:cNvSpPr/>
          <p:nvPr/>
        </p:nvSpPr>
        <p:spPr>
          <a:xfrm>
            <a:off x="1981080" y="6707160"/>
            <a:ext cx="3885840" cy="74160"/>
          </a:xfrm>
          <a:prstGeom prst="rect">
            <a:avLst/>
          </a:prstGeom>
          <a:solidFill>
            <a:schemeClr val="accent5">
              <a:shade val="90000"/>
              <a:hueOff val="0"/>
              <a:satOff val="0"/>
              <a:lumOff val="0"/>
              <a:alphaOff val="0"/>
            </a:schemeClr>
          </a:soli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</p:sp>
      <p:sp>
        <p:nvSpPr>
          <p:cNvPr id="73" name="CustomShape 27"/>
          <p:cNvSpPr/>
          <p:nvPr/>
        </p:nvSpPr>
        <p:spPr>
          <a:xfrm>
            <a:off x="3352680" y="2209680"/>
            <a:ext cx="3047760" cy="304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9360">
            <a:solidFill>
              <a:srgbClr val="ff0000"/>
            </a:solidFill>
            <a:miter/>
            <a:tailEnd len="med" type="arrow" w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4" name="CustomShape 28"/>
          <p:cNvSpPr/>
          <p:nvPr/>
        </p:nvSpPr>
        <p:spPr>
          <a:xfrm>
            <a:off x="3733920" y="1066680"/>
            <a:ext cx="1752120" cy="990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38160">
            <a:solidFill>
              <a:srgbClr val="c00000"/>
            </a:solidFill>
            <a:bevel/>
            <a:headEnd len="med" type="oval" w="med"/>
            <a:tailEnd len="med" type="arrow" w="med"/>
          </a:ln>
          <a:scene3d>
            <a:camera prst="orthographicFront"/>
            <a:lightRig dir="t" rig="threePt"/>
          </a:scene3d>
          <a:sp3d prstMaterial="matte"/>
        </p:spPr>
        <p:style>
          <a:lnRef idx="0"/>
          <a:fillRef idx="0"/>
          <a:effectRef idx="0"/>
          <a:fontRef idx="minor"/>
        </p:style>
      </p:sp>
      <p:sp>
        <p:nvSpPr>
          <p:cNvPr id="75" name="CustomShape 29"/>
          <p:cNvSpPr/>
          <p:nvPr/>
        </p:nvSpPr>
        <p:spPr>
          <a:xfrm rot="5400000">
            <a:off x="5983560" y="3237120"/>
            <a:ext cx="379080" cy="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c00000"/>
            </a:solidFill>
            <a:miter/>
            <a:headEnd len="med" type="oval" w="med"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CustomShape 30"/>
          <p:cNvSpPr/>
          <p:nvPr/>
        </p:nvSpPr>
        <p:spPr>
          <a:xfrm flipV="1" rot="10800000">
            <a:off x="4343400" y="4267080"/>
            <a:ext cx="2285640" cy="761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c00000"/>
            </a:solidFill>
            <a:miter/>
            <a:headEnd len="med" type="oval" w="med"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CustomShape 31"/>
          <p:cNvSpPr/>
          <p:nvPr/>
        </p:nvSpPr>
        <p:spPr>
          <a:xfrm>
            <a:off x="4191120" y="4572000"/>
            <a:ext cx="685440" cy="77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c00000"/>
            </a:solidFill>
            <a:miter/>
            <a:headEnd len="med" type="oval" w="med"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CustomShape 32"/>
          <p:cNvSpPr/>
          <p:nvPr/>
        </p:nvSpPr>
        <p:spPr>
          <a:xfrm flipV="1" rot="10800000">
            <a:off x="7696080" y="5943600"/>
            <a:ext cx="1828440" cy="304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c00000"/>
            </a:solidFill>
            <a:miter/>
            <a:headEnd len="med" type="oval" w="med"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CustomShape 33"/>
          <p:cNvSpPr/>
          <p:nvPr/>
        </p:nvSpPr>
        <p:spPr>
          <a:xfrm>
            <a:off x="5049360" y="4648320"/>
            <a:ext cx="3962160" cy="297000"/>
          </a:xfrm>
          <a:prstGeom prst="rect">
            <a:avLst/>
          </a:prstGeom>
          <a:solidFill>
            <a:schemeClr val="accent5">
              <a:shade val="90000"/>
              <a:hueOff val="0"/>
              <a:satOff val="0"/>
              <a:lumOff val="0"/>
              <a:alphaOff val="0"/>
            </a:schemeClr>
          </a:soli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76320" rIns="76320" tIns="76320" bIns="76320" anchor="ctr"/>
          <a:p>
            <a:pPr algn="ctr">
              <a:lnSpc>
                <a:spcPct val="90000"/>
              </a:lnSpc>
            </a:pPr>
            <a:r>
              <a:rPr b="1" lang="en-US" sz="2000" spc="-1" strike="noStrike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SOFTWARE MEASUREMENT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0" name="CustomShape 34"/>
          <p:cNvSpPr/>
          <p:nvPr/>
        </p:nvSpPr>
        <p:spPr>
          <a:xfrm>
            <a:off x="5049360" y="4945320"/>
            <a:ext cx="1980720" cy="623880"/>
          </a:xfrm>
          <a:prstGeom prst="rect">
            <a:avLst/>
          </a:prstGeom>
          <a:gradFill>
            <a:gsLst>
              <a:gs pos="0">
                <a:schemeClr val="accent5">
                  <a:hueOff val="0"/>
                  <a:satOff val="0"/>
                  <a:lumOff val="0"/>
                  <a:alphaOff val="0"/>
                  <a:shade val="51000"/>
                  <a:satMod val="130000"/>
                </a:schemeClr>
              </a:gs>
              <a:gs pos="80000">
                <a:schemeClr val="accent5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5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  <a:lin ang="16200000"/>
          </a:gra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53280" rIns="53280" tIns="53280" bIns="53280" anchor="ctr"/>
          <a:p>
            <a:pPr algn="ctr">
              <a:lnSpc>
                <a:spcPct val="90000"/>
              </a:lnSpc>
            </a:pPr>
            <a:r>
              <a:rPr lang="en-US" sz="1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Grafik Perbedaan Pretest-Posttest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1" name="CustomShape 35"/>
          <p:cNvSpPr/>
          <p:nvPr/>
        </p:nvSpPr>
        <p:spPr>
          <a:xfrm>
            <a:off x="7030800" y="4945320"/>
            <a:ext cx="1980720" cy="623880"/>
          </a:xfrm>
          <a:prstGeom prst="rect">
            <a:avLst/>
          </a:prstGeom>
          <a:gradFill>
            <a:gsLst>
              <a:gs pos="0">
                <a:schemeClr val="accent5">
                  <a:hueOff val="7200000"/>
                  <a:satOff val="-29122"/>
                  <a:lumOff val="-32549"/>
                  <a:alphaOff val="0"/>
                  <a:shade val="51000"/>
                  <a:satMod val="130000"/>
                </a:schemeClr>
              </a:gs>
              <a:gs pos="80000">
                <a:schemeClr val="accent5">
                  <a:hueOff val="7200000"/>
                  <a:satOff val="-29122"/>
                  <a:lumOff val="-32549"/>
                  <a:alphaOff val="0"/>
                  <a:shade val="93000"/>
                  <a:satMod val="130000"/>
                </a:schemeClr>
              </a:gs>
              <a:gs pos="100000">
                <a:schemeClr val="accent5">
                  <a:hueOff val="7200000"/>
                  <a:satOff val="-29122"/>
                  <a:lumOff val="-32549"/>
                  <a:alphaOff val="0"/>
                  <a:shade val="94000"/>
                  <a:satMod val="135000"/>
                </a:schemeClr>
              </a:gs>
            </a:gsLst>
            <a:lin ang="16200000"/>
          </a:gra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  <p:txBody>
          <a:bodyPr lIns="53280" rIns="53280" tIns="53280" bIns="53280" anchor="ctr"/>
          <a:p>
            <a:pPr algn="ctr">
              <a:lnSpc>
                <a:spcPct val="90000"/>
              </a:lnSpc>
            </a:pPr>
            <a:r>
              <a:rPr lang="en-US" sz="1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Pengujian Statistik:</a:t>
            </a:r>
            <a:r>
              <a:rPr lang="en-US" sz="1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
</a:t>
            </a:r>
            <a:r>
              <a:rPr lang="en-US" sz="1400" spc="-1" strike="noStrike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ekton Pro Cond"/>
              </a:rPr>
              <a:t>T Test</a:t>
            </a:r>
            <a:endParaRPr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2" name="CustomShape 36"/>
          <p:cNvSpPr/>
          <p:nvPr/>
        </p:nvSpPr>
        <p:spPr>
          <a:xfrm>
            <a:off x="5049360" y="5562720"/>
            <a:ext cx="3962160" cy="69120"/>
          </a:xfrm>
          <a:prstGeom prst="rect">
            <a:avLst/>
          </a:prstGeom>
          <a:solidFill>
            <a:schemeClr val="accent5">
              <a:shade val="90000"/>
              <a:hueOff val="0"/>
              <a:satOff val="0"/>
              <a:lumOff val="0"/>
              <a:alphaOff val="0"/>
            </a:schemeClr>
          </a:solidFill>
          <a:ln>
            <a:noFill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p:spPr>
        <p:style>
          <a:lnRef idx="0"/>
          <a:fillRef idx="0"/>
          <a:effectRef idx="3"/>
          <a:fontRef idx="minor"/>
        </p:style>
      </p:sp>
      <p:sp>
        <p:nvSpPr>
          <p:cNvPr id="83" name="CustomShape 37"/>
          <p:cNvSpPr/>
          <p:nvPr/>
        </p:nvSpPr>
        <p:spPr>
          <a:xfrm>
            <a:off x="1676520" y="2209680"/>
            <a:ext cx="3123720" cy="609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9360">
            <a:solidFill>
              <a:srgbClr val="ff0000"/>
            </a:solidFill>
            <a:miter/>
            <a:tailEnd len="med" type="arrow" w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" name="CustomShape 38"/>
          <p:cNvSpPr/>
          <p:nvPr/>
        </p:nvSpPr>
        <p:spPr>
          <a:xfrm flipV="1" rot="10800000">
            <a:off x="7391520" y="1981080"/>
            <a:ext cx="761760" cy="151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c00000"/>
            </a:solidFill>
            <a:miter/>
            <a:headEnd len="med" type="oval" w="med"/>
            <a:tailEnd len="med" type="arrow" w="med"/>
          </a:ln>
        </p:spPr>
        <p:style>
          <a:lnRef idx="0"/>
          <a:fillRef idx="0"/>
          <a:effectRef idx="0"/>
          <a:fontRef idx="minor"/>
        </p:style>
      </p:sp>
    </p:spTree>
  </p:cSld>
  <p:transition>
    <p:plus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1193</TotalTime>
  <Application>LibreOffice/5.0.5.2$Linux_X86_64 LibreOffice_project/00m0$Build-2</Application>
  <Paragraphs>24</Paragraphs>
  <Company>IlmuKomputer.Com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2009-05-02T05:01:58Z</dcterms:created>
  <dc:creator>Romi Satria Wahono</dc:creator>
  <dc:language>en-US</dc:language>
  <dcterms:modified xsi:type="dcterms:W3CDTF">2016-12-24T19:01:47Z</dcterms:modified>
  <cp:revision>111</cp:revision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IlmuKomputer.Com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1</vt:i4>
  </property>
  <property fmtid="{D5CDD505-2E9C-101B-9397-08002B2CF9AE}" pid="9" name="PresentationFormat">
    <vt:lpwstr>On-screen Show (4:3)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1</vt:i4>
  </property>
</Properties>
</file>